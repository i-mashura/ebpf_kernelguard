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4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54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74320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Kernel Telemetry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Capture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61150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525742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2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25742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25742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Event Parsing &amp;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Feature Encoding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12571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77163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77163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7163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Sliding-Window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Temporal Graph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Snapshot Construction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63993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28585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28585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DCE6F5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8585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GNN Structural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Embedding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15415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280007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80007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DCE6F5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0007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Temporal Transformer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Sequence Encoding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66837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531429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1429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1429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Adaptive Risk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Scoring &amp;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Classification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18258" y="1943100"/>
            <a:ext cx="16459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782850" y="941832"/>
            <a:ext cx="1086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 7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82850" y="1234440"/>
            <a:ext cx="1086830" cy="1417320"/>
          </a:xfrm>
          <a:prstGeom prst="roundRect">
            <a:avLst>
              <a:gd name="adj" fmla="val 5889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82850" y="1234440"/>
            <a:ext cx="108683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Interpretable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Alert Generation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074843" y="2651760"/>
            <a:ext cx="0" cy="502920"/>
          </a:xfrm>
          <a:prstGeom prst="line">
            <a:avLst/>
          </a:prstGeom>
          <a:noFill/>
          <a:ln w="15875">
            <a:solidFill>
              <a:srgbClr val="7B3FB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320578" y="3154680"/>
            <a:ext cx="3754265" cy="0"/>
          </a:xfrm>
          <a:prstGeom prst="line">
            <a:avLst/>
          </a:prstGeom>
          <a:noFill/>
          <a:ln w="15875">
            <a:solidFill>
              <a:srgbClr val="7B3FBF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3320578" y="2697480"/>
            <a:ext cx="914" cy="457200"/>
          </a:xfrm>
          <a:prstGeom prst="line">
            <a:avLst/>
          </a:prstGeom>
          <a:noFill/>
          <a:ln w="15875">
            <a:solidFill>
              <a:srgbClr val="7B3FBF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17735" y="309223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7B3FB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adaptive feedback: analyst-confirmed labels update graph and scoring thresholds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</Words>
  <Application>Microsoft Office PowerPoint</Application>
  <PresentationFormat>On-screen Show (16:9)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Abhiram Kolluru</cp:lastModifiedBy>
  <cp:revision>4</cp:revision>
  <dcterms:created xsi:type="dcterms:W3CDTF">2026-09-25T07:03:41Z</dcterms:created>
  <dcterms:modified xsi:type="dcterms:W3CDTF">2026-09-25T07:12:18Z</dcterms:modified>
</cp:coreProperties>
</file>