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846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274320" y="502920"/>
            <a:ext cx="2788920" cy="1874520"/>
          </a:xfrm>
          <a:prstGeom prst="rect">
            <a:avLst/>
          </a:prstGeom>
          <a:solidFill>
            <a:srgbClr val="F8FAFC"/>
          </a:solidFill>
          <a:ln w="19050">
            <a:solidFill>
              <a:srgbClr val="0E74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02920"/>
            <a:ext cx="2788920" cy="23774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74320" y="4983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LINUX KERNEL SPACE — eBPF TELEMETRY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048" y="832104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8912" y="859536"/>
            <a:ext cx="75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Lineage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execve/fork/setuid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98448" y="832104"/>
            <a:ext cx="868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53312" y="847532"/>
            <a:ext cx="758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Memory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mmap/mprotect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12848" y="832104"/>
            <a:ext cx="7589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67712" y="859536"/>
            <a:ext cx="649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I/O &amp; Sock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E749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openat/connect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1673352"/>
            <a:ext cx="2423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" y="1700784"/>
            <a:ext cx="2313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BPF RingBuffer (256KB)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E7490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zero-copy · 48.2K ev/s · &lt;1.15% ovh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1399032"/>
            <a:ext cx="548640" cy="27432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691640" y="1399032"/>
            <a:ext cx="45720" cy="27432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2011680" y="1399032"/>
            <a:ext cx="576072" cy="27432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063240" y="1463040"/>
            <a:ext cx="274320" cy="914"/>
          </a:xfrm>
          <a:prstGeom prst="line">
            <a:avLst/>
          </a:prstGeom>
          <a:noFill/>
          <a:ln w="13970">
            <a:solidFill>
              <a:srgbClr val="0E749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37560" y="502920"/>
            <a:ext cx="2651760" cy="1874520"/>
          </a:xfrm>
          <a:prstGeom prst="rect">
            <a:avLst/>
          </a:prstGeom>
          <a:solidFill>
            <a:srgbClr val="F8FAFC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502920"/>
            <a:ext cx="2651760" cy="23774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337560" y="4983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MULTI-SOURCE INGESTION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56432" y="832104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11296" y="859536"/>
            <a:ext cx="1078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Live Sniffer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1D4E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psutil · Win/Linux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36592" y="832104"/>
            <a:ext cx="1143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91456" y="859536"/>
            <a:ext cx="10332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DARPA TC Replay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1D4E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THEIA / CADETS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566160" y="1673352"/>
            <a:ext cx="2194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21024" y="1700784"/>
            <a:ext cx="20848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Unified Dispatcher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D4ED8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dedup · µs canonical order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050792" y="1399032"/>
            <a:ext cx="429768" cy="27432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4846320" y="1399032"/>
            <a:ext cx="457200" cy="274320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89320" y="1463040"/>
            <a:ext cx="274320" cy="914"/>
          </a:xfrm>
          <a:prstGeom prst="line">
            <a:avLst/>
          </a:prstGeom>
          <a:noFill/>
          <a:ln w="1397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63640" y="502920"/>
            <a:ext cx="2606040" cy="1874520"/>
          </a:xfrm>
          <a:prstGeom prst="rect">
            <a:avLst/>
          </a:prstGeom>
          <a:solidFill>
            <a:srgbClr val="F8FAFC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502920"/>
            <a:ext cx="2606040" cy="23774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4983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TEMPORAL GRAPH &amp; PROVENANCE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73368" y="832104"/>
            <a:ext cx="2377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28232" y="859536"/>
            <a:ext cx="22677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Dynamic Multi-Graph  G=(V,E,T)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F766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procs · files · sockets · memory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73368" y="1673352"/>
            <a:ext cx="1133856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28232" y="1700784"/>
            <a:ext cx="1024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Provenance Slice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root-cause / blast-radius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26096" y="1673352"/>
            <a:ext cx="112471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0" y="1700784"/>
            <a:ext cx="1014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Causal Edges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timestamped lineage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 flipH="1">
            <a:off x="6949440" y="1335024"/>
            <a:ext cx="91440" cy="338328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498080" y="1335024"/>
            <a:ext cx="685800" cy="338328"/>
          </a:xfrm>
          <a:prstGeom prst="line">
            <a:avLst/>
          </a:prstGeom>
          <a:noFill/>
          <a:ln w="1397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503920" y="2377440"/>
            <a:ext cx="914" cy="32004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263640" y="2697480"/>
            <a:ext cx="2606040" cy="2148840"/>
          </a:xfrm>
          <a:prstGeom prst="rect">
            <a:avLst/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63640" y="2697480"/>
            <a:ext cx="2606040" cy="23774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263640" y="26929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HYBRID GNN-TRANSFORMER + XAI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373368" y="3026664"/>
            <a:ext cx="23774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28232" y="3054096"/>
            <a:ext cx="22677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Relational GAT — spatial neighborhood attn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373368" y="3483864"/>
            <a:ext cx="2377440" cy="21945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30060" y="3474720"/>
            <a:ext cx="2267712" cy="1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Temporal Transformer — multi-head over event order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377024" y="3986183"/>
            <a:ext cx="2377440" cy="16755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0" name="Text 48"/>
          <p:cNvSpPr txBox="1"/>
          <p:nvPr/>
        </p:nvSpPr>
        <p:spPr>
          <a:xfrm>
            <a:off x="6431888" y="3973033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Max-Mean Pooling — 0.70 peak + 0.30 context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373368" y="4398264"/>
            <a:ext cx="23774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428232" y="442569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GNNExplainer — saliency heatmap 0–100%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563002" y="3236976"/>
            <a:ext cx="914" cy="27432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563916" y="3698748"/>
            <a:ext cx="1828" cy="287435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>
            <a:off x="7565744" y="4153740"/>
            <a:ext cx="667" cy="25098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H="1">
            <a:off x="5989320" y="3771900"/>
            <a:ext cx="274320" cy="914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74320" y="2697480"/>
            <a:ext cx="5715000" cy="2148840"/>
          </a:xfrm>
          <a:prstGeom prst="rect">
            <a:avLst/>
          </a:prstGeom>
          <a:solidFill>
            <a:srgbClr val="F8FAF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2697480"/>
            <a:ext cx="5715000" cy="23774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274320" y="2692908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ADAPTIVE RISK SCORER · MITIGATION · SOC COMMAND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02336" y="3026664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7200" y="3054096"/>
            <a:ext cx="2542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Adaptive Risk Scorer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 = 0.50·S_model + 0.35·S_semantic + 0.15·S_lineage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200400" y="3026664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255264" y="3054096"/>
            <a:ext cx="2542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MITRE ATT&amp;CK Mapping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T1620 · T1055.012 · T1486 · T1059 · T1071 · T1068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02336" y="3941064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457200" y="3968496"/>
            <a:ext cx="2542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Autonomous Mitigation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in-kernel SIGKILL · firewall IP drop · vol freeze &lt;0.45ms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3200400" y="3941064"/>
            <a:ext cx="26517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255264" y="3968496"/>
            <a:ext cx="2542032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SOC Command Center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B91C1C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force-graph HUD · live sandbox shell · LaTeX export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1728216" y="3803904"/>
            <a:ext cx="914" cy="13716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3054096" y="3410712"/>
            <a:ext cx="146304" cy="914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3054096" y="4325112"/>
            <a:ext cx="146304" cy="914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</Words>
  <Application>Microsoft Office PowerPoint</Application>
  <PresentationFormat>On-screen Show 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Abhiram Kolluru</cp:lastModifiedBy>
  <cp:revision>2</cp:revision>
  <dcterms:created xsi:type="dcterms:W3CDTF">2026-09-25T06:59:56Z</dcterms:created>
  <dcterms:modified xsi:type="dcterms:W3CDTF">2026-09-25T07:05:02Z</dcterms:modified>
</cp:coreProperties>
</file>