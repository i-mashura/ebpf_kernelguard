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3" y="1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99DE9F9C-D2A8-88B9-9B44-9402E1B58543}"/>
              </a:ext>
            </a:extLst>
          </p:cNvPr>
          <p:cNvGrpSpPr/>
          <p:nvPr/>
        </p:nvGrpSpPr>
        <p:grpSpPr>
          <a:xfrm>
            <a:off x="73152" y="1768805"/>
            <a:ext cx="18187416" cy="5842987"/>
            <a:chOff x="73152" y="1768805"/>
            <a:chExt cx="18187416" cy="5842987"/>
          </a:xfrm>
        </p:grpSpPr>
        <p:sp>
          <p:nvSpPr>
            <p:cNvPr id="2" name="Rectangle 1"/>
            <p:cNvSpPr/>
            <p:nvPr/>
          </p:nvSpPr>
          <p:spPr>
            <a:xfrm>
              <a:off x="73152" y="1783080"/>
              <a:ext cx="3182112" cy="2788920"/>
            </a:xfrm>
            <a:prstGeom prst="rect">
              <a:avLst/>
            </a:prstGeom>
            <a:noFill/>
            <a:ln w="22860">
              <a:solidFill>
                <a:srgbClr val="00DC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46304" y="1768805"/>
              <a:ext cx="3035808" cy="430887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20" b="1">
                  <a:latin typeface="Times New Roman"/>
                </a:rPr>
                <a:t>Linux Kernel Space (eBPF Telemetry &amp; In-Kernel LSM)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931920" y="1783080"/>
              <a:ext cx="2615184" cy="2788920"/>
            </a:xfrm>
            <a:prstGeom prst="rect">
              <a:avLst/>
            </a:prstGeom>
            <a:noFill/>
            <a:ln w="22860">
              <a:solidFill>
                <a:srgbClr val="009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005072" y="1768805"/>
              <a:ext cx="2468879" cy="430887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20" b="1" dirty="0">
                  <a:latin typeface="Times New Roman"/>
                </a:rPr>
                <a:t>Multi-Source Ingestion &amp; Dispatcher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839712" y="1783080"/>
              <a:ext cx="2898648" cy="2788920"/>
            </a:xfrm>
            <a:prstGeom prst="rect">
              <a:avLst/>
            </a:prstGeom>
            <a:noFill/>
            <a:ln w="22860">
              <a:solidFill>
                <a:srgbClr val="00DCB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12864" y="1768805"/>
              <a:ext cx="2752344" cy="430887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20" b="1">
                  <a:latin typeface="Times New Roman"/>
                </a:rPr>
                <a:t>Temporal Behavioral Graph &amp; Provenance Engine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990320" y="2130552"/>
              <a:ext cx="4270248" cy="2093976"/>
            </a:xfrm>
            <a:prstGeom prst="rect">
              <a:avLst/>
            </a:prstGeom>
            <a:noFill/>
            <a:ln w="22860">
              <a:solidFill>
                <a:srgbClr val="FF00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063472" y="2210148"/>
              <a:ext cx="4123944" cy="2431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20" b="1">
                  <a:latin typeface="Times New Roman"/>
                </a:rPr>
                <a:t>Adaptive Risk Scorer, Mitigation &amp; SOC Command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5176" y="2176272"/>
              <a:ext cx="1353312" cy="749808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1050" b="0">
                  <a:solidFill>
                    <a:schemeClr val="tx1"/>
                  </a:solidFill>
                  <a:latin typeface="Times New Roman"/>
                </a:rPr>
                <a:t>I/O &amp; Socket Probes
• sys_enter_openat
• unlinkat
• connect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5176" y="3108960"/>
              <a:ext cx="1353312" cy="749808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1030" b="0">
                  <a:solidFill>
                    <a:schemeClr val="tx1"/>
                  </a:solidFill>
                  <a:latin typeface="Times New Roman"/>
                </a:rPr>
                <a:t>Memory &amp; Invariant Probes
• sys_enter_mmap
• mprotect (W^X)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5176" y="4023360"/>
              <a:ext cx="1353312" cy="484632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80" b="0">
                  <a:solidFill>
                    <a:schemeClr val="tx1"/>
                  </a:solidFill>
                  <a:latin typeface="Times New Roman"/>
                </a:rPr>
                <a:t>Lineage Probes
• sys_enter_execve
• fork • setuid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11680" y="2766412"/>
              <a:ext cx="1170432" cy="1092356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80" b="0" dirty="0">
                  <a:solidFill>
                    <a:schemeClr val="tx1"/>
                  </a:solidFill>
                  <a:latin typeface="Times New Roman"/>
                </a:rPr>
                <a:t>BPF </a:t>
              </a:r>
              <a:r>
                <a:rPr sz="980" b="0" dirty="0" err="1">
                  <a:solidFill>
                    <a:schemeClr val="tx1"/>
                  </a:solidFill>
                  <a:latin typeface="Times New Roman"/>
                </a:rPr>
                <a:t>RingBuffer</a:t>
              </a:r>
              <a:r>
                <a:rPr sz="980" b="0" dirty="0">
                  <a:solidFill>
                    <a:schemeClr val="tx1"/>
                  </a:solidFill>
                  <a:latin typeface="Times New Roman"/>
                </a:rPr>
                <a:t>
Map (256 KB)
• Zero-Copy Multi-
  Core Queue
• 48,200 </a:t>
              </a:r>
              <a:r>
                <a:rPr sz="980" b="0" dirty="0" err="1">
                  <a:solidFill>
                    <a:schemeClr val="tx1"/>
                  </a:solidFill>
                  <a:latin typeface="Times New Roman"/>
                </a:rPr>
                <a:t>ev</a:t>
              </a:r>
              <a:r>
                <a:rPr sz="980" b="0" dirty="0">
                  <a:solidFill>
                    <a:schemeClr val="tx1"/>
                  </a:solidFill>
                  <a:latin typeface="Times New Roman"/>
                </a:rPr>
                <a:t>/s
• CPU Overhead &lt;
  1.15%</a:t>
              </a:r>
            </a:p>
          </p:txBody>
        </p:sp>
        <p:cxnSp>
          <p:nvCxnSpPr>
            <p:cNvPr id="16" name="Connector 15"/>
            <p:cNvCxnSpPr>
              <a:cxnSpLocks/>
              <a:endCxn id="15" idx="1"/>
            </p:cNvCxnSpPr>
            <p:nvPr/>
          </p:nvCxnSpPr>
          <p:spPr>
            <a:xfrm>
              <a:off x="1618488" y="2560320"/>
              <a:ext cx="393192" cy="752270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>
              <a:cxnSpLocks/>
              <a:endCxn id="15" idx="1"/>
            </p:cNvCxnSpPr>
            <p:nvPr/>
          </p:nvCxnSpPr>
          <p:spPr>
            <a:xfrm flipV="1">
              <a:off x="1618488" y="3312590"/>
              <a:ext cx="393192" cy="162130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>
              <a:cxnSpLocks/>
              <a:endCxn id="15" idx="1"/>
            </p:cNvCxnSpPr>
            <p:nvPr/>
          </p:nvCxnSpPr>
          <p:spPr>
            <a:xfrm flipV="1">
              <a:off x="1618488" y="3312590"/>
              <a:ext cx="393192" cy="948514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>
              <a:cxnSpLocks/>
            </p:cNvCxnSpPr>
            <p:nvPr/>
          </p:nvCxnSpPr>
          <p:spPr>
            <a:xfrm>
              <a:off x="3191256" y="3254248"/>
              <a:ext cx="740664" cy="0"/>
            </a:xfrm>
            <a:prstGeom prst="line">
              <a:avLst/>
            </a:prstGeom>
            <a:ln w="16510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166108" y="2914689"/>
              <a:ext cx="868680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050" b="0" dirty="0">
                  <a:latin typeface="Times New Roman"/>
                </a:rPr>
                <a:t>Zero-Copy
Stream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69663" y="2194560"/>
              <a:ext cx="1005840" cy="987552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90" b="0" dirty="0">
                  <a:solidFill>
                    <a:schemeClr val="tx1"/>
                  </a:solidFill>
                  <a:latin typeface="Times New Roman"/>
                </a:rPr>
                <a:t>DARPA TC CDM
Replay
THETA / CADETS
Datasets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169663" y="3328416"/>
              <a:ext cx="1005840" cy="941832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90" b="0">
                  <a:solidFill>
                    <a:schemeClr val="tx1"/>
                  </a:solidFill>
                  <a:latin typeface="Times New Roman"/>
                </a:rPr>
                <a:t>Live Host OS
Sniffer
psutil
Windows/Linux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52109" y="2555748"/>
              <a:ext cx="960120" cy="1243584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69" b="0" dirty="0">
                  <a:solidFill>
                    <a:schemeClr val="tx1"/>
                  </a:solidFill>
                  <a:latin typeface="Times New Roman"/>
                </a:rPr>
                <a:t>Unified
Telemetry
Dispatcher
• Deduplication
• Microsecond
  Ordering
• Canonical
  Ordering</a:t>
              </a:r>
            </a:p>
          </p:txBody>
        </p:sp>
        <p:cxnSp>
          <p:nvCxnSpPr>
            <p:cNvPr id="24" name="Connector 23"/>
            <p:cNvCxnSpPr>
              <a:cxnSpLocks/>
              <a:endCxn id="23" idx="1"/>
            </p:cNvCxnSpPr>
            <p:nvPr/>
          </p:nvCxnSpPr>
          <p:spPr>
            <a:xfrm>
              <a:off x="5173217" y="2645957"/>
              <a:ext cx="278892" cy="531583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>
              <a:cxnSpLocks/>
              <a:endCxn id="23" idx="1"/>
            </p:cNvCxnSpPr>
            <p:nvPr/>
          </p:nvCxnSpPr>
          <p:spPr>
            <a:xfrm flipV="1">
              <a:off x="5173217" y="3177540"/>
              <a:ext cx="278892" cy="602273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6915911" y="2574036"/>
              <a:ext cx="1188720" cy="1243584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90" b="0" dirty="0">
                  <a:solidFill>
                    <a:schemeClr val="tx1"/>
                  </a:solidFill>
                  <a:latin typeface="Times New Roman"/>
                </a:rPr>
                <a:t>Dynamic
Temporal Multi-
Graph G = (V, E, T)
• Processes
• Files • Sockets
• Memory
• Allocations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321040" y="2157984"/>
              <a:ext cx="1188720" cy="868680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60" b="0">
                  <a:solidFill>
                    <a:schemeClr val="tx1"/>
                  </a:solidFill>
                  <a:latin typeface="Times New Roman"/>
                </a:rPr>
                <a:t>Causal Edges (E)
• Timestamped
• System
  Transitions &amp;
  Lineage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321040" y="3172968"/>
              <a:ext cx="1188720" cy="896112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930" b="0">
                  <a:solidFill>
                    <a:schemeClr val="tx1"/>
                  </a:solidFill>
                  <a:latin typeface="Times New Roman"/>
                </a:rPr>
                <a:t>Causal
Provenance
Slicing
• Backward Root-
  Cause &amp; Forward
  Blast-Radius</a:t>
              </a:r>
            </a:p>
          </p:txBody>
        </p:sp>
        <p:cxnSp>
          <p:nvCxnSpPr>
            <p:cNvPr id="30" name="Connector 29"/>
            <p:cNvCxnSpPr>
              <a:cxnSpLocks/>
              <a:stCxn id="27" idx="3"/>
            </p:cNvCxnSpPr>
            <p:nvPr/>
          </p:nvCxnSpPr>
          <p:spPr>
            <a:xfrm flipV="1">
              <a:off x="8104631" y="2596896"/>
              <a:ext cx="216409" cy="598932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>
              <a:cxnSpLocks/>
              <a:stCxn id="27" idx="3"/>
            </p:cNvCxnSpPr>
            <p:nvPr/>
          </p:nvCxnSpPr>
          <p:spPr>
            <a:xfrm>
              <a:off x="8104631" y="3195828"/>
              <a:ext cx="216409" cy="315468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65D47AD-2468-8505-742E-B9D37C3E73B6}"/>
                </a:ext>
              </a:extLst>
            </p:cNvPr>
            <p:cNvGrpSpPr/>
            <p:nvPr/>
          </p:nvGrpSpPr>
          <p:grpSpPr>
            <a:xfrm>
              <a:off x="9241194" y="5517816"/>
              <a:ext cx="5499102" cy="2093976"/>
              <a:chOff x="6095998" y="5643722"/>
              <a:chExt cx="5499102" cy="2093976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6095998" y="5643722"/>
                <a:ext cx="5499102" cy="2093976"/>
              </a:xfrm>
              <a:prstGeom prst="rect">
                <a:avLst/>
              </a:prstGeom>
              <a:noFill/>
              <a:ln w="22860">
                <a:solidFill>
                  <a:srgbClr val="AF41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830908" y="5755575"/>
                <a:ext cx="4087368" cy="24314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20" b="1" dirty="0">
                    <a:latin typeface="Times New Roman"/>
                  </a:rPr>
                  <a:t>Hybrid GNN-Transformer &amp; Explainability</a:t>
                </a:r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ECA3893-582E-870D-DC7D-A869EAA6A7C1}"/>
                  </a:ext>
                </a:extLst>
              </p:cNvPr>
              <p:cNvGrpSpPr/>
              <p:nvPr/>
            </p:nvGrpSpPr>
            <p:grpSpPr>
              <a:xfrm>
                <a:off x="6176516" y="6174074"/>
                <a:ext cx="5338065" cy="1033271"/>
                <a:chOff x="9857232" y="2606040"/>
                <a:chExt cx="3886200" cy="1033271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9857232" y="2606040"/>
                  <a:ext cx="1042415" cy="1033271"/>
                </a:xfrm>
                <a:prstGeom prst="rect">
                  <a:avLst/>
                </a:prstGeom>
                <a:solidFill>
                  <a:srgbClr val="F5F5F5"/>
                </a:solidFill>
                <a:ln w="15240">
                  <a:solidFill>
                    <a:srgbClr val="BEBEB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45720" rIns="45720" rtlCol="0" anchor="ctr"/>
                <a:lstStyle/>
                <a:p>
                  <a:pPr algn="ctr"/>
                  <a:r>
                    <a:rPr sz="940" b="0" dirty="0">
                      <a:solidFill>
                        <a:schemeClr val="tx1"/>
                      </a:solidFill>
                      <a:latin typeface="Times New Roman"/>
                    </a:rPr>
                    <a:t>Relational Graph
Attention (GAT)
• Heterogeneous
• Neighborhood
  Aggregation
• Spatial</a:t>
                  </a:r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11000232" y="2606040"/>
                  <a:ext cx="987552" cy="1033271"/>
                </a:xfrm>
                <a:prstGeom prst="rect">
                  <a:avLst/>
                </a:prstGeom>
                <a:solidFill>
                  <a:srgbClr val="F5F5F5"/>
                </a:solidFill>
                <a:ln w="15240">
                  <a:solidFill>
                    <a:srgbClr val="BEBEB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45720" rIns="45720" rtlCol="0" anchor="ctr"/>
                <a:lstStyle/>
                <a:p>
                  <a:pPr algn="ctr"/>
                  <a:r>
                    <a:rPr sz="940" b="0" dirty="0">
                      <a:solidFill>
                        <a:schemeClr val="tx1"/>
                      </a:solidFill>
                      <a:latin typeface="Times New Roman"/>
                    </a:rPr>
                    <a:t>Temporal
Transformer
• Multi-Head Self-
  Attention over
  Event Order</a:t>
                  </a:r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12088368" y="2606040"/>
                  <a:ext cx="987552" cy="1033271"/>
                </a:xfrm>
                <a:prstGeom prst="rect">
                  <a:avLst/>
                </a:prstGeom>
                <a:solidFill>
                  <a:srgbClr val="F5F5F5"/>
                </a:solidFill>
                <a:ln w="15240">
                  <a:solidFill>
                    <a:srgbClr val="BEBEB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45720" rIns="45720" rtlCol="0" anchor="ctr"/>
                <a:lstStyle/>
                <a:p>
                  <a:pPr algn="ctr"/>
                  <a:r>
                    <a:rPr sz="950" b="0" dirty="0">
                      <a:solidFill>
                        <a:schemeClr val="tx1"/>
                      </a:solidFill>
                      <a:latin typeface="Times New Roman"/>
                    </a:rPr>
                    <a:t>Max-Mean
Threat Pooling
• 0.70 Peak
• Threat + 0.30
  Context</a:t>
                  </a:r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13176504" y="2606040"/>
                  <a:ext cx="566928" cy="1033271"/>
                </a:xfrm>
                <a:prstGeom prst="rect">
                  <a:avLst/>
                </a:prstGeom>
                <a:solidFill>
                  <a:srgbClr val="F5F5F5"/>
                </a:solidFill>
                <a:ln w="15240">
                  <a:solidFill>
                    <a:srgbClr val="BEBEB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45720" rIns="45720" rtlCol="0" anchor="ctr"/>
                <a:lstStyle/>
                <a:p>
                  <a:pPr algn="ctr"/>
                  <a:r>
                    <a:rPr sz="880" b="0" dirty="0" err="1">
                      <a:solidFill>
                        <a:schemeClr val="tx1"/>
                      </a:solidFill>
                      <a:latin typeface="Times New Roman"/>
                    </a:rPr>
                    <a:t>GNNExplainer</a:t>
                  </a:r>
                  <a:r>
                    <a:rPr sz="880" b="0" dirty="0">
                      <a:solidFill>
                        <a:schemeClr val="tx1"/>
                      </a:solidFill>
                      <a:latin typeface="Times New Roman"/>
                    </a:rPr>
                    <a:t>
• Edge Saliency
  Attribution
Heatmap (0–
100%)</a:t>
                  </a:r>
                </a:p>
              </p:txBody>
            </p:sp>
            <p:cxnSp>
              <p:nvCxnSpPr>
                <p:cNvPr id="37" name="Connector 36"/>
                <p:cNvCxnSpPr/>
                <p:nvPr/>
              </p:nvCxnSpPr>
              <p:spPr>
                <a:xfrm>
                  <a:off x="10899648" y="3118104"/>
                  <a:ext cx="100584" cy="0"/>
                </a:xfrm>
                <a:prstGeom prst="line">
                  <a:avLst/>
                </a:prstGeom>
                <a:ln w="16510">
                  <a:solidFill>
                    <a:srgbClr val="5F78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nector 37"/>
                <p:cNvCxnSpPr/>
                <p:nvPr/>
              </p:nvCxnSpPr>
              <p:spPr>
                <a:xfrm>
                  <a:off x="11987784" y="3118104"/>
                  <a:ext cx="100584" cy="0"/>
                </a:xfrm>
                <a:prstGeom prst="line">
                  <a:avLst/>
                </a:prstGeom>
                <a:ln w="16510">
                  <a:solidFill>
                    <a:srgbClr val="5F78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nector 38"/>
                <p:cNvCxnSpPr/>
                <p:nvPr/>
              </p:nvCxnSpPr>
              <p:spPr>
                <a:xfrm>
                  <a:off x="13075920" y="3118104"/>
                  <a:ext cx="100584" cy="0"/>
                </a:xfrm>
                <a:prstGeom prst="line">
                  <a:avLst/>
                </a:prstGeom>
                <a:ln w="16510">
                  <a:solidFill>
                    <a:srgbClr val="5F78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Rectangle 40"/>
            <p:cNvSpPr/>
            <p:nvPr/>
          </p:nvSpPr>
          <p:spPr>
            <a:xfrm>
              <a:off x="14173200" y="2606040"/>
              <a:ext cx="932688" cy="1033271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890" b="0">
                  <a:solidFill>
                    <a:schemeClr val="tx1"/>
                  </a:solidFill>
                  <a:latin typeface="Times New Roman"/>
                </a:rPr>
                <a:t>Adaptive Risk
Scorer
S_composite =
0.50 S_model +
0.35 S_semantic
+ 0.15 S_lineage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197328" y="2606040"/>
              <a:ext cx="932688" cy="1033271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890" b="0">
                  <a:solidFill>
                    <a:schemeClr val="tx1"/>
                  </a:solidFill>
                  <a:latin typeface="Times New Roman"/>
                </a:rPr>
                <a:t>Automated
MITRE ATT&amp;CK
Mapping:
• T1055.012
• T1486 • T1059
• T1071 • T1068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6221455" y="2606040"/>
              <a:ext cx="932688" cy="1033271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880" b="0">
                  <a:solidFill>
                    <a:schemeClr val="tx1"/>
                  </a:solidFill>
                  <a:latin typeface="Times New Roman"/>
                </a:rPr>
                <a:t>Autonomous
Mitigation
Engine
• Kernel SIGKILL
• Firewall IP Drop
• Volume Freeze
  (&lt; 0.45 ms)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7245584" y="2606040"/>
              <a:ext cx="804672" cy="1033271"/>
            </a:xfrm>
            <a:prstGeom prst="rect">
              <a:avLst/>
            </a:prstGeom>
            <a:solidFill>
              <a:srgbClr val="F5F5F5"/>
            </a:solidFill>
            <a:ln w="15240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/>
            <a:lstStyle/>
            <a:p>
              <a:pPr algn="ctr"/>
              <a:r>
                <a:rPr sz="880" b="0">
                  <a:solidFill>
                    <a:schemeClr val="tx1"/>
                  </a:solidFill>
                  <a:latin typeface="Times New Roman"/>
                </a:rPr>
                <a:t>Interactive SOC
Command Center
• Force Graph UI
• Live Sandbox
• Shell • LaTeX
  Export</a:t>
              </a:r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15105888" y="3118104"/>
              <a:ext cx="91440" cy="0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16130016" y="3118104"/>
              <a:ext cx="91439" cy="0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17154144" y="3118104"/>
              <a:ext cx="91440" cy="0"/>
            </a:xfrm>
            <a:prstGeom prst="line">
              <a:avLst/>
            </a:prstGeom>
            <a:ln w="16510">
              <a:solidFill>
                <a:srgbClr val="5F78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18">
              <a:extLst>
                <a:ext uri="{FF2B5EF4-FFF2-40B4-BE49-F238E27FC236}">
                  <a16:creationId xmlns:a16="http://schemas.microsoft.com/office/drawing/2014/main" id="{3A9920CF-7E01-2305-79B3-21536B2A54BA}"/>
                </a:ext>
              </a:extLst>
            </p:cNvPr>
            <p:cNvCxnSpPr>
              <a:cxnSpLocks/>
              <a:stCxn id="23" idx="3"/>
              <a:endCxn id="6" idx="1"/>
            </p:cNvCxnSpPr>
            <p:nvPr/>
          </p:nvCxnSpPr>
          <p:spPr>
            <a:xfrm>
              <a:off x="6412229" y="3177540"/>
              <a:ext cx="427483" cy="0"/>
            </a:xfrm>
            <a:prstGeom prst="line">
              <a:avLst/>
            </a:prstGeom>
            <a:ln w="16510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F6C82B83-4ADF-50E2-5DFF-83D43FA0FDF1}"/>
                </a:ext>
              </a:extLst>
            </p:cNvPr>
            <p:cNvCxnSpPr>
              <a:cxnSpLocks/>
              <a:stCxn id="28" idx="3"/>
              <a:endCxn id="8" idx="0"/>
            </p:cNvCxnSpPr>
            <p:nvPr/>
          </p:nvCxnSpPr>
          <p:spPr>
            <a:xfrm>
              <a:off x="9509760" y="2592324"/>
              <a:ext cx="2480985" cy="2925492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or: Curved 50">
              <a:extLst>
                <a:ext uri="{FF2B5EF4-FFF2-40B4-BE49-F238E27FC236}">
                  <a16:creationId xmlns:a16="http://schemas.microsoft.com/office/drawing/2014/main" id="{6E81DB19-7008-0510-F855-C668CCB12B7A}"/>
                </a:ext>
              </a:extLst>
            </p:cNvPr>
            <p:cNvCxnSpPr>
              <a:stCxn id="29" idx="3"/>
              <a:endCxn id="8" idx="0"/>
            </p:cNvCxnSpPr>
            <p:nvPr/>
          </p:nvCxnSpPr>
          <p:spPr>
            <a:xfrm>
              <a:off x="9509760" y="3621024"/>
              <a:ext cx="2480985" cy="1896792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: Curved 52">
              <a:extLst>
                <a:ext uri="{FF2B5EF4-FFF2-40B4-BE49-F238E27FC236}">
                  <a16:creationId xmlns:a16="http://schemas.microsoft.com/office/drawing/2014/main" id="{A7B7DA08-58C8-AEF2-FF7D-9273A1CBFFAF}"/>
                </a:ext>
              </a:extLst>
            </p:cNvPr>
            <p:cNvCxnSpPr>
              <a:cxnSpLocks/>
              <a:stCxn id="8" idx="3"/>
              <a:endCxn id="10" idx="2"/>
            </p:cNvCxnSpPr>
            <p:nvPr/>
          </p:nvCxnSpPr>
          <p:spPr>
            <a:xfrm flipV="1">
              <a:off x="14740296" y="4224528"/>
              <a:ext cx="1385148" cy="2340276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384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Abhiram Kolluru</dc:creator>
  <cp:keywords/>
  <dc:description>generated using python-pptx</dc:description>
  <cp:lastModifiedBy>Sai Abhiram Kolluru</cp:lastModifiedBy>
  <cp:revision>4</cp:revision>
  <dcterms:created xsi:type="dcterms:W3CDTF">2013-01-27T09:14:16Z</dcterms:created>
  <dcterms:modified xsi:type="dcterms:W3CDTF">2026-09-25T08:09:37Z</dcterms:modified>
  <cp:category/>
</cp:coreProperties>
</file>